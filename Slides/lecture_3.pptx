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1CF7-6EC5-46DD-C0D2-04B2DBC82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0E9356-88CB-20D8-DC01-D5B60B9B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7DB8-D253-3A5A-3A33-A5D8C572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98A10-93FB-7546-D0AF-7A77E69F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7BDA4-F06C-B032-148E-9D8ECBE31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99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78B2-9EE0-B5E5-2904-B5F990C6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36878-3AEE-0BA3-CB25-62DC8BBE8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87BB-C2F3-9FB8-1E22-54C05AD7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ED91-9B1B-57A0-0B1A-D8B024D2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95437-CDD7-126A-6550-F22FF888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2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C9C1-E374-4A72-306A-6492DC19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E3F-4212-5887-1224-50788400B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8E351-D2BC-3A90-D0A5-C2C8F9DD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AF142-E89D-38F0-D3F8-0FBC4BD6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006E-015B-9784-842A-C394CB6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77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39BC-3196-6534-7F32-3B7BAE81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0A58-09B2-9DCC-CC7F-12467A960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C4ED8-A328-7466-8637-12BA2329B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ADD35-3D98-3F5E-9E3A-5D706952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D15D-3A18-0BAD-48E2-484BB68A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60D7-1FF2-E56F-1096-8576C44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0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ED4EF-0D03-FB6F-B678-A6EC394CF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E67E-B16B-D7B4-C18A-0E2E54E71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D2BF6-3B04-D829-5765-749C7A3A8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E4C4B-89A2-A1ED-2934-411CB7A28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89B8A-BE2A-C830-D89F-69E43386E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8AC6F-94E7-8CFC-72F0-CA888E4E8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068DD7-A7D6-17BD-5D91-B8E99621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575185-0732-EF95-D910-32DABFF8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9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802F-0B3B-6167-EA98-5C2FC134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9AB04-BB82-EB30-0B97-1F540E3D5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FD10-1522-A793-E033-EC250D90A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7C5BA-7640-8B75-B121-F1837BD3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8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E8E06A-8B04-D5A6-ADFB-079B9F6A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9B3DFB-C520-D218-DE5D-276AA0806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DC481-A6F4-F25B-39C5-AC5AEE2A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08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DECAF-61F6-72C1-5928-BB2AD0DA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CB707-0F07-B916-5B9D-2C1F8E13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A3D2A-3EC1-B71C-60BA-C8876EBB8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A44D-6927-EC16-87E1-09D7F3B9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5E51-0ABD-1127-40E5-49B5582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C5A4-5A63-6F02-0DF4-1FD04B19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186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2FCA2-1DAB-0431-9434-41650A7C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4B6FD-A433-03A6-D6D4-25BECA88D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3C319-0741-B419-5E47-8443EA5B9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EB1EF-586D-3E32-502C-E696CBFC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71C58-D253-70C8-3862-EBC2C5BB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B3662-E3E0-1D1A-CBE3-621C7A4E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2366-B0DD-720F-556B-DCC94F13E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3EAA6-8345-26F9-8FD5-D2FD6619C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B1320-34A0-C929-F4F2-084F2A93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8215-3AE4-80B8-9DDF-984B7655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DBEAB-152B-B2FE-A297-EE9E449B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32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6BBD7-F6C5-4547-9D9D-4DCEA7D82F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6EB9E-7FB6-0C3A-613C-801362CF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75A9-6845-7DBC-4B21-3AC8690F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923CE-A5D6-2733-6D94-2B614B65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3514D-3B53-7760-0DF8-65C111C9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9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07C7B5-4840-38DE-7C76-D6300E8A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AF1C-920C-1CF1-3658-3F9B6672F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D3B9-5F3F-A205-96C7-227A10303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F5A94-5088-43EF-B815-53F6BA297BE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2CA3-2085-F20B-977B-E42E9F624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8AD0A-31BC-6E45-8956-91A6C2998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C5F7-0C9D-4DD3-B0E3-D5925C9865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5569-FB1D-2425-0BB8-D81D1D748E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ECON 5010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7280A-7264-DC9C-B390-6E381394C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</p:spTree>
    <p:extLst>
      <p:ext uri="{BB962C8B-B14F-4D97-AF65-F5344CB8AC3E}">
        <p14:creationId xmlns:p14="http://schemas.microsoft.com/office/powerpoint/2010/main" val="121699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64719-041B-E273-117D-4520CF9C3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The most effective debugging tool is still careful thought, coupled with judiciously placed print statements</a:t>
            </a:r>
          </a:p>
          <a:p>
            <a:pPr marL="0" indent="0">
              <a:buNone/>
            </a:pPr>
            <a:r>
              <a:rPr lang="en-US" dirty="0"/>
              <a:t>					Brian Kernighan, </a:t>
            </a:r>
            <a:r>
              <a:rPr lang="en-US" i="1" dirty="0"/>
              <a:t>Unix for Beginners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244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6ADF6-A634-BF5E-A2DF-9073A063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law of computers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3C23-6CCE-7A04-7145-51F9DF5DF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do what we </a:t>
            </a:r>
            <a:r>
              <a:rPr lang="en-US" b="1" dirty="0"/>
              <a:t>tell</a:t>
            </a:r>
            <a:r>
              <a:rPr lang="en-US" dirty="0"/>
              <a:t> them to do, not necessarily what we </a:t>
            </a:r>
            <a:r>
              <a:rPr lang="en-US" b="1" dirty="0"/>
              <a:t>want </a:t>
            </a:r>
            <a:r>
              <a:rPr lang="en-US" dirty="0"/>
              <a:t>them to do.</a:t>
            </a:r>
          </a:p>
          <a:p>
            <a:r>
              <a:rPr lang="en-US" dirty="0"/>
              <a:t>How do we resolve the discrepancy between these two things when it comes up?</a:t>
            </a:r>
          </a:p>
          <a:p>
            <a:r>
              <a:rPr lang="en-US" dirty="0"/>
              <a:t>Sometimes code will throw an error message that we have to interpret.</a:t>
            </a:r>
          </a:p>
          <a:p>
            <a:r>
              <a:rPr lang="en-US" dirty="0"/>
              <a:t>Other times the code will run but not give us what we had in mind.</a:t>
            </a:r>
          </a:p>
        </p:txBody>
      </p:sp>
    </p:spTree>
    <p:extLst>
      <p:ext uri="{BB962C8B-B14F-4D97-AF65-F5344CB8AC3E}">
        <p14:creationId xmlns:p14="http://schemas.microsoft.com/office/powerpoint/2010/main" val="322867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4B86-5B2B-0114-A8E3-B7067F53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8EAD-9337-59E6-EBBE-46E4E019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31DD7-2087-3355-96F1-A211DFA0C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output statements around where you think a problem may be until you isolate exactly where the issue is.</a:t>
            </a:r>
          </a:p>
          <a:p>
            <a:r>
              <a:rPr lang="en-US" dirty="0"/>
              <a:t>This can be seen as somewhat rudimentary but can be surprisingly effective.</a:t>
            </a:r>
          </a:p>
          <a:p>
            <a:pPr lvl="1"/>
            <a:r>
              <a:rPr lang="en-US" dirty="0"/>
              <a:t>Downside: if a program takes a long time to run a single time, repeated print debugging can be prohibitively slow.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2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7D3F7-66E8-B46A-3FB1-6C36860E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D90C7-A69D-D7F1-E490-A2992636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 vs. 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4C5D0-C02C-EDFB-CE3C-E8CA16069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Logging</a:t>
            </a:r>
            <a:r>
              <a:rPr lang="en-US" dirty="0"/>
              <a:t> is essentially a more principled version of printing. </a:t>
            </a:r>
          </a:p>
          <a:p>
            <a:r>
              <a:rPr lang="en-US" dirty="0"/>
              <a:t>Records data about the operation of a program that allows for later reference.</a:t>
            </a:r>
          </a:p>
          <a:p>
            <a:r>
              <a:rPr lang="en-US" dirty="0"/>
              <a:t>Julia has a built-in logger with four levels of severity:</a:t>
            </a:r>
          </a:p>
          <a:p>
            <a:pPr lvl="1"/>
            <a:r>
              <a:rPr lang="en-US" dirty="0"/>
              <a:t>Debug: testing statements. Disabled/not shown by default.</a:t>
            </a:r>
          </a:p>
          <a:p>
            <a:pPr lvl="1"/>
            <a:r>
              <a:rPr lang="en-US" dirty="0"/>
              <a:t>Info: general information. Similar to a print statement.</a:t>
            </a:r>
          </a:p>
          <a:p>
            <a:pPr lvl="1"/>
            <a:r>
              <a:rPr lang="en-US" dirty="0"/>
              <a:t>Warn: Indicates that something is wrong but does not break the code outright.</a:t>
            </a:r>
          </a:p>
          <a:p>
            <a:pPr lvl="1"/>
            <a:r>
              <a:rPr lang="en-US" dirty="0"/>
              <a:t>Error: Level above warning. Typically breaks the code, which means that this level is usually subsumed by the error message itself.</a:t>
            </a:r>
          </a:p>
        </p:txBody>
      </p:sp>
    </p:spTree>
    <p:extLst>
      <p:ext uri="{BB962C8B-B14F-4D97-AF65-F5344CB8AC3E}">
        <p14:creationId xmlns:p14="http://schemas.microsoft.com/office/powerpoint/2010/main" val="166649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F6655-5AA1-5C3E-DAF0-76308843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E585-E7B3-87FF-61D3-5F113828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F67E4-6CBE-8704-1AB2-43B15CFD5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“Debugging” refers to a general practice, but “debuggers” are a specific program that allows you to exert much more control over the program, step-by-step. </a:t>
            </a:r>
          </a:p>
          <a:p>
            <a:r>
              <a:rPr lang="en-US" dirty="0"/>
              <a:t>Debuggers allow you to stop a program while it’s running at certain points and check variable values freely. </a:t>
            </a:r>
          </a:p>
          <a:p>
            <a:pPr lvl="1"/>
            <a:r>
              <a:rPr lang="en-US" dirty="0"/>
              <a:t>Pros: no longer need to guess what to print beforehand</a:t>
            </a:r>
          </a:p>
          <a:p>
            <a:pPr lvl="1"/>
            <a:r>
              <a:rPr lang="en-US" dirty="0"/>
              <a:t>Cons: more setup beforehand</a:t>
            </a:r>
          </a:p>
        </p:txBody>
      </p:sp>
    </p:spTree>
    <p:extLst>
      <p:ext uri="{BB962C8B-B14F-4D97-AF65-F5344CB8AC3E}">
        <p14:creationId xmlns:p14="http://schemas.microsoft.com/office/powerpoint/2010/main" val="188388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7D20-15D7-6054-B379-4D0C6A07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9A41-EEFF-EABA-BD84-7560C4A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for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293D8-6792-D2E6-BDB2-85F98DEA6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is a particularly good application of AI usage.</a:t>
            </a:r>
          </a:p>
          <a:p>
            <a:r>
              <a:rPr lang="en-US" dirty="0"/>
              <a:t>Especially:</a:t>
            </a:r>
          </a:p>
          <a:p>
            <a:pPr lvl="1"/>
            <a:r>
              <a:rPr lang="en-US" dirty="0"/>
              <a:t>Explaining ambiguous or esoteric error messages. Old languages, like Fortran or C++, can be extremely hard to understand.</a:t>
            </a:r>
          </a:p>
          <a:p>
            <a:pPr lvl="1"/>
            <a:r>
              <a:rPr lang="en-US" dirty="0"/>
              <a:t>Figuring out root causes from more ambiguous symptoms. </a:t>
            </a:r>
          </a:p>
          <a:p>
            <a:pPr lvl="1"/>
            <a:r>
              <a:rPr lang="en-US" dirty="0"/>
              <a:t>Analyzing stack traces – when all else fails, just copy and paste a stack trace and ask what caused it. </a:t>
            </a:r>
          </a:p>
          <a:p>
            <a:r>
              <a:rPr lang="en-US" dirty="0"/>
              <a:t>As always, though, this is not a substitute for genuine understanding of what your code is doing/not doing.</a:t>
            </a:r>
          </a:p>
        </p:txBody>
      </p:sp>
    </p:spTree>
    <p:extLst>
      <p:ext uri="{BB962C8B-B14F-4D97-AF65-F5344CB8AC3E}">
        <p14:creationId xmlns:p14="http://schemas.microsoft.com/office/powerpoint/2010/main" val="34023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416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ECON 5010</vt:lpstr>
      <vt:lpstr>PowerPoint Presentation</vt:lpstr>
      <vt:lpstr>An important law of computers</vt:lpstr>
      <vt:lpstr>Print debugging</vt:lpstr>
      <vt:lpstr>Logging vs. Printing</vt:lpstr>
      <vt:lpstr>Debuggers</vt:lpstr>
      <vt:lpstr>AI for Debugging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Anstreicher</dc:creator>
  <cp:lastModifiedBy>Anstreicher, Garrett</cp:lastModifiedBy>
  <cp:revision>19</cp:revision>
  <dcterms:created xsi:type="dcterms:W3CDTF">2026-08-06T19:01:41Z</dcterms:created>
  <dcterms:modified xsi:type="dcterms:W3CDTF">2026-09-01T12:25:04Z</dcterms:modified>
</cp:coreProperties>
</file>