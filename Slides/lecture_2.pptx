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2" r:id="rId4"/>
    <p:sldId id="263" r:id="rId5"/>
    <p:sldId id="264" r:id="rId6"/>
    <p:sldId id="265" r:id="rId7"/>
    <p:sldId id="258" r:id="rId8"/>
    <p:sldId id="267" r:id="rId9"/>
    <p:sldId id="268" r:id="rId10"/>
    <p:sldId id="26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D254E-CF32-4712-A3CF-C1D8D27CFA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D10652-E07D-4EB0-ADFB-64B43A9799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31FB23-EE37-43BE-90EC-9B493B653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86922-3DCB-41FF-82A0-0EEF32F662F7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6FCF64-7D0A-430A-95A3-486FE1A48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A5D586-6950-499D-8B2C-076B724C6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11BD-7520-4155-B4B3-F05C6E614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74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09AA3-37AE-4E15-B167-44D863420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02745-4DE3-4E9B-9CE3-ECCFF98C1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39830-7198-41BC-B4DB-5A7E40F47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86922-3DCB-41FF-82A0-0EEF32F662F7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CB98E8-4C2D-4422-9B51-2C1D1A3BC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8D3E0C-51D3-488C-99F6-C37006B85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11BD-7520-4155-B4B3-F05C6E614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387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A3BF3-BEBF-4441-BDC7-535DFF132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CB63CE-FB4E-4DF1-AE6F-FF16201C04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86220-7E22-4D2E-A541-13AFF3243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86922-3DCB-41FF-82A0-0EEF32F662F7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B1DCE6-C380-4912-A867-2983F2337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DC7A90-F5CB-4910-918F-2307C6848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11BD-7520-4155-B4B3-F05C6E614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002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E30FC-A812-48F6-852F-0FB63DD9D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0525C-2C60-4E3A-A7EA-32F7C446D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589B86-A898-4D2E-B8F4-C96BD628D9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9F16F8-E13D-4D88-979B-ADEC03B02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86922-3DCB-41FF-82A0-0EEF32F662F7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BF860-C368-4082-AF1A-A21F3EAF8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251341-D9BE-4AB1-93F8-3228B359B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11BD-7520-4155-B4B3-F05C6E614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324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0C6E9-CBBE-4123-82D9-F154BA00A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155F4D-B2FF-408D-93C3-F1FC48DB58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AC0B85-64FE-488E-B9AF-62B6FD089F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3ABB88-79BF-4007-9FF4-CB54351311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A18999-A5B4-45C8-9511-D877883F96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E2D561-0C42-4C57-94DC-531006007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86922-3DCB-41FF-82A0-0EEF32F662F7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FCB220-9DFC-4ADF-B195-49CCB3FF1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3EC050-20D6-4029-A763-A15EA612B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11BD-7520-4155-B4B3-F05C6E614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857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EF51C-92F1-4136-95A4-CC6108EA2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8AF20A-16CB-42A0-A21B-9D14D9FF4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86922-3DCB-41FF-82A0-0EEF32F662F7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4774B9-EF4B-408C-BCB3-3D5B05407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FB328E-E241-4D2D-A049-B220B967E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11BD-7520-4155-B4B3-F05C6E614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569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63B17C-D2E8-4ABF-9A48-80C61EF83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86922-3DCB-41FF-82A0-0EEF32F662F7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1C2B62-2476-4AEA-8F0F-42F0C09A3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3F045F-1E44-4B12-905A-9F242701D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11BD-7520-4155-B4B3-F05C6E614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972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6BEED-A1DE-473D-A880-B9C1C9033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5D1D6-4AD4-4B9E-A92D-A72013447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1E15FE-A7F5-481B-B436-E30E83A2E3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6807A5-2CFD-4357-9291-847F47CE8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86922-3DCB-41FF-82A0-0EEF32F662F7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F015F4-C408-4889-9609-72CED03DE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59F81-E611-4B3E-A05E-4B66C0D99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11BD-7520-4155-B4B3-F05C6E614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003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F2F8E-FBAA-4AD2-A968-8AAB82999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24DDD9-585D-44B0-B5E6-0FE1D5F29C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286DC4-43A7-4A26-8BBE-CDE8904A38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5AB091-BE9F-43BB-AA1F-9D44C1950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86922-3DCB-41FF-82A0-0EEF32F662F7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8574DF-1B9F-439F-8618-8D8001908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7A70F7-F2B5-4C97-8FFA-ABC5C50C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11BD-7520-4155-B4B3-F05C6E614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453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36307-9EBB-4EA5-BCA2-2BBC74E2C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E3FD72-1198-4DCD-9582-417162CE4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9129A6-5532-48B6-A3B6-46875C24B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86922-3DCB-41FF-82A0-0EEF32F662F7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85DA04-9FD3-4EEF-AB35-0A3BAEBFC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855F83-BE9F-4E2C-90BF-3BDC43478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11BD-7520-4155-B4B3-F05C6E614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442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DAAC40-0EFE-4FDA-99B5-D5319191FD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9DEF15-F0F3-4C9F-9B0C-AAB0EACD9C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2CC6DF-A99D-4C1D-928A-1530877BE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86922-3DCB-41FF-82A0-0EEF32F662F7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89135-F023-4FA7-8F57-7D0B90F63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EB465-A0FD-435B-B0EA-981FFAC2A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11BD-7520-4155-B4B3-F05C6E614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277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16F95D-4BAB-4B05-B2CD-46998EBB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9285D1-8EDB-4462-81F0-C590E39EEC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D48D8C-531F-4C3A-B47F-E3E38EFFD7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386922-3DCB-41FF-82A0-0EEF32F662F7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329EF-9504-4CBC-A74F-F1280D58F4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F705D-2D3F-471A-A6D5-6197F1B16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711BD-7520-4155-B4B3-F05C6E614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330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FB3F8-7C49-4587-B152-BFBE788D81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ECON 5010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411ADD-F85B-4B31-AFD4-6D59841A58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Lecture 2 – Introduction to Julia</a:t>
            </a:r>
          </a:p>
        </p:txBody>
      </p:sp>
    </p:spTree>
    <p:extLst>
      <p:ext uri="{BB962C8B-B14F-4D97-AF65-F5344CB8AC3E}">
        <p14:creationId xmlns:p14="http://schemas.microsoft.com/office/powerpoint/2010/main" val="3789109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71C66-D088-CDF8-23BF-BF8BA9B61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 options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FCC70-C7D8-9966-E916-EDB364A0BA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are some other coding language options? And why did I choose Julia specifically?</a:t>
            </a:r>
          </a:p>
          <a:p>
            <a:r>
              <a:rPr lang="en-US" dirty="0"/>
              <a:t>Broadly speaking, there are two factors that influence how long it takes to run a program:</a:t>
            </a:r>
          </a:p>
          <a:p>
            <a:pPr lvl="1"/>
            <a:r>
              <a:rPr lang="en-US" b="1" dirty="0"/>
              <a:t>Code performance</a:t>
            </a:r>
            <a:r>
              <a:rPr lang="en-US" dirty="0"/>
              <a:t>: how long it takes to actually run the code when you have it working properly.</a:t>
            </a:r>
          </a:p>
          <a:p>
            <a:pPr lvl="1"/>
            <a:r>
              <a:rPr lang="en-US" b="1" dirty="0"/>
              <a:t>Development time: </a:t>
            </a:r>
            <a:r>
              <a:rPr lang="en-US" dirty="0"/>
              <a:t>how long it takes to actually write the code properly and bug-free</a:t>
            </a:r>
          </a:p>
          <a:p>
            <a:r>
              <a:rPr lang="en-US" dirty="0"/>
              <a:t>Very easy to underestimate how important development time is.</a:t>
            </a:r>
          </a:p>
        </p:txBody>
      </p:sp>
    </p:spTree>
    <p:extLst>
      <p:ext uri="{BB962C8B-B14F-4D97-AF65-F5344CB8AC3E}">
        <p14:creationId xmlns:p14="http://schemas.microsoft.com/office/powerpoint/2010/main" val="2045503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13906-5513-458E-AD0B-84599E65A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 Options – Fortran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63799-0B9F-4F6E-8B5F-06FB06E38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Pros:</a:t>
            </a:r>
          </a:p>
          <a:p>
            <a:pPr lvl="1"/>
            <a:r>
              <a:rPr lang="en-US" b="1" dirty="0"/>
              <a:t>Compiled</a:t>
            </a:r>
            <a:r>
              <a:rPr lang="en-US" dirty="0"/>
              <a:t> language, which makes it extremely fast.</a:t>
            </a:r>
          </a:p>
          <a:p>
            <a:pPr lvl="1"/>
            <a:r>
              <a:rPr lang="en-US" dirty="0"/>
              <a:t>Very old: developed in 1950s. Lots of legacy code.</a:t>
            </a:r>
          </a:p>
          <a:p>
            <a:r>
              <a:rPr lang="en-US" dirty="0"/>
              <a:t>Cons:</a:t>
            </a:r>
          </a:p>
          <a:p>
            <a:pPr lvl="1"/>
            <a:r>
              <a:rPr lang="en-US" dirty="0"/>
              <a:t>Code must be compiled before it is run.</a:t>
            </a:r>
          </a:p>
          <a:p>
            <a:pPr lvl="1"/>
            <a:r>
              <a:rPr lang="en-US" dirty="0"/>
              <a:t>Difficult debugging.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8301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A821B-99C2-4E4B-A3E3-DF1E82B6A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 Options – </a:t>
            </a:r>
            <a:r>
              <a:rPr lang="en-US" dirty="0" err="1"/>
              <a:t>Matlab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9643C-5981-44A8-8BDD-48BE9BBAE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Pros:</a:t>
            </a:r>
          </a:p>
          <a:p>
            <a:pPr lvl="1"/>
            <a:r>
              <a:rPr lang="en-US" dirty="0"/>
              <a:t>Widely used.</a:t>
            </a:r>
          </a:p>
          <a:p>
            <a:pPr lvl="1"/>
            <a:r>
              <a:rPr lang="en-US" dirty="0"/>
              <a:t>Very wide functionality.</a:t>
            </a:r>
          </a:p>
          <a:p>
            <a:r>
              <a:rPr lang="en-US" dirty="0"/>
              <a:t>Cons:</a:t>
            </a:r>
          </a:p>
          <a:p>
            <a:pPr lvl="1"/>
            <a:r>
              <a:rPr lang="en-US" dirty="0"/>
              <a:t>Vectorization required for performance. This substantially hurts readability.</a:t>
            </a:r>
          </a:p>
        </p:txBody>
      </p:sp>
    </p:spTree>
    <p:extLst>
      <p:ext uri="{BB962C8B-B14F-4D97-AF65-F5344CB8AC3E}">
        <p14:creationId xmlns:p14="http://schemas.microsoft.com/office/powerpoint/2010/main" val="1831937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27DEB-4EE0-4727-88FF-9DEE6C3F6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 Options – Python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85E19-79BB-4896-A559-822BE38EA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Pros:</a:t>
            </a:r>
          </a:p>
          <a:p>
            <a:pPr lvl="1"/>
            <a:r>
              <a:rPr lang="en-US" dirty="0"/>
              <a:t>Reads like English.</a:t>
            </a:r>
          </a:p>
          <a:p>
            <a:pPr lvl="1"/>
            <a:r>
              <a:rPr lang="en-US" dirty="0"/>
              <a:t>Enormous community.</a:t>
            </a:r>
          </a:p>
          <a:p>
            <a:pPr lvl="1"/>
            <a:r>
              <a:rPr lang="en-US" dirty="0"/>
              <a:t>Unparalleled breadth of functionality</a:t>
            </a:r>
          </a:p>
          <a:p>
            <a:r>
              <a:rPr lang="en-US" dirty="0"/>
              <a:t>Cons:</a:t>
            </a:r>
          </a:p>
          <a:p>
            <a:pPr lvl="1"/>
            <a:r>
              <a:rPr lang="en-US" dirty="0"/>
              <a:t>Vanilla python is not compiled, which means that it is slow.</a:t>
            </a:r>
          </a:p>
          <a:p>
            <a:pPr lvl="1"/>
            <a:r>
              <a:rPr lang="en-US" dirty="0"/>
              <a:t>Options exist for compilation, but my understanding is that they can be clunky.</a:t>
            </a:r>
          </a:p>
        </p:txBody>
      </p:sp>
    </p:spTree>
    <p:extLst>
      <p:ext uri="{BB962C8B-B14F-4D97-AF65-F5344CB8AC3E}">
        <p14:creationId xmlns:p14="http://schemas.microsoft.com/office/powerpoint/2010/main" val="1947172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7A3A5-8E9F-4ED4-AA52-750D6D244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 Options – Julia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35636-DCA9-4092-A922-51ACD8E7C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Pros:</a:t>
            </a:r>
          </a:p>
          <a:p>
            <a:pPr lvl="1"/>
            <a:r>
              <a:rPr lang="en-US" dirty="0"/>
              <a:t>Reads like English, so easy to debug and modify. </a:t>
            </a:r>
          </a:p>
          <a:p>
            <a:pPr lvl="1"/>
            <a:r>
              <a:rPr lang="en-US" dirty="0"/>
              <a:t>High performance – looped Julia is roughly as fast as vectorized </a:t>
            </a:r>
            <a:r>
              <a:rPr lang="en-US" dirty="0" err="1"/>
              <a:t>Matlab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Great combination of </a:t>
            </a:r>
            <a:r>
              <a:rPr lang="en-US" b="1" dirty="0"/>
              <a:t>running</a:t>
            </a:r>
            <a:r>
              <a:rPr lang="en-US" dirty="0"/>
              <a:t> speed and </a:t>
            </a:r>
            <a:r>
              <a:rPr lang="en-US" b="1" dirty="0"/>
              <a:t>development</a:t>
            </a:r>
            <a:r>
              <a:rPr lang="en-US" dirty="0"/>
              <a:t> speed</a:t>
            </a:r>
          </a:p>
          <a:p>
            <a:r>
              <a:rPr lang="en-US" dirty="0"/>
              <a:t>Cons:</a:t>
            </a:r>
          </a:p>
          <a:p>
            <a:pPr lvl="1"/>
            <a:r>
              <a:rPr lang="en-US" dirty="0"/>
              <a:t>Young, so less legacy code and less developed community.</a:t>
            </a:r>
          </a:p>
          <a:p>
            <a:pPr lvl="1"/>
            <a:r>
              <a:rPr lang="en-US" dirty="0"/>
              <a:t>Optimizing Julia’s performance can take some work.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6436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3C9E8-6664-4E9C-A47A-7322D1213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 coding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C0B83-3D14-4A8A-9F8B-90DBE61680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Consistent indentation</a:t>
            </a:r>
          </a:p>
          <a:p>
            <a:r>
              <a:rPr lang="en-US" dirty="0"/>
              <a:t>Avoid repetition</a:t>
            </a:r>
          </a:p>
          <a:p>
            <a:r>
              <a:rPr lang="en-US" dirty="0"/>
              <a:t>Split up big files into smaller chunks</a:t>
            </a:r>
          </a:p>
          <a:p>
            <a:r>
              <a:rPr lang="en-US" dirty="0"/>
              <a:t>Use intuitive variable names</a:t>
            </a:r>
          </a:p>
          <a:p>
            <a:r>
              <a:rPr lang="en-US" dirty="0"/>
              <a:t>Aim for simplicity</a:t>
            </a:r>
          </a:p>
          <a:p>
            <a:r>
              <a:rPr lang="en-US" dirty="0"/>
              <a:t>Use comments</a:t>
            </a:r>
          </a:p>
          <a:p>
            <a:r>
              <a:rPr lang="en-US" dirty="0"/>
              <a:t>If possible to reduce line count without reducing readability, do so</a:t>
            </a:r>
          </a:p>
        </p:txBody>
      </p:sp>
    </p:spTree>
    <p:extLst>
      <p:ext uri="{BB962C8B-B14F-4D97-AF65-F5344CB8AC3E}">
        <p14:creationId xmlns:p14="http://schemas.microsoft.com/office/powerpoint/2010/main" val="1694674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133C4-D5E1-49CF-0407-9F9D9065F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E2190-828C-EC2F-A44B-42425A9E1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my Julia installation how-to, I both installed both the language itself and then a coding environment in </a:t>
            </a:r>
            <a:r>
              <a:rPr lang="en-US" dirty="0" err="1"/>
              <a:t>VScode</a:t>
            </a:r>
            <a:r>
              <a:rPr lang="en-US" dirty="0"/>
              <a:t>.</a:t>
            </a:r>
          </a:p>
          <a:p>
            <a:r>
              <a:rPr lang="en-US" dirty="0"/>
              <a:t>This environment is called an IDE (Integrated Development Environment)</a:t>
            </a:r>
          </a:p>
          <a:p>
            <a:r>
              <a:rPr lang="en-US" dirty="0"/>
              <a:t>Strictly speaking, this environment is not necessary. The language itself can run any code that we write.</a:t>
            </a:r>
          </a:p>
          <a:p>
            <a:r>
              <a:rPr lang="en-US" dirty="0"/>
              <a:t>But developing your code in an IDE is an </a:t>
            </a:r>
            <a:r>
              <a:rPr lang="en-US" b="1" dirty="0"/>
              <a:t>extremely good idea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539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6E405-BD3D-A312-DE91-202A3F23D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an IDE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AD631-528F-F38C-56A2-3F4203F10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VSCode</a:t>
            </a:r>
            <a:r>
              <a:rPr lang="en-US" dirty="0"/>
              <a:t> does not come prepackaged with support for every language in existence.</a:t>
            </a:r>
          </a:p>
          <a:p>
            <a:r>
              <a:rPr lang="en-US" dirty="0"/>
              <a:t>But it can hook into “language servers” developed by the language developers.</a:t>
            </a:r>
          </a:p>
          <a:p>
            <a:pPr lvl="1"/>
            <a:r>
              <a:rPr lang="en-US" dirty="0"/>
              <a:t>This in turn dramatically expands how well the IDE can help you develop code in this specific language.</a:t>
            </a:r>
          </a:p>
        </p:txBody>
      </p:sp>
    </p:spTree>
    <p:extLst>
      <p:ext uri="{BB962C8B-B14F-4D97-AF65-F5344CB8AC3E}">
        <p14:creationId xmlns:p14="http://schemas.microsoft.com/office/powerpoint/2010/main" val="1687840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9F63B-44B8-800E-8AEE-26500F3CF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stuff that an IDE can 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89948-DCE6-1491-E92E-F75FC0D62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Help you reference code definitions</a:t>
            </a:r>
          </a:p>
          <a:p>
            <a:r>
              <a:rPr lang="en-US" dirty="0"/>
              <a:t>Autocomplete</a:t>
            </a:r>
          </a:p>
          <a:p>
            <a:r>
              <a:rPr lang="en-US" dirty="0"/>
              <a:t>LaTeX support</a:t>
            </a:r>
          </a:p>
          <a:p>
            <a:r>
              <a:rPr lang="en-US" dirty="0"/>
              <a:t>Debugging and error detection</a:t>
            </a:r>
          </a:p>
          <a:p>
            <a:r>
              <a:rPr lang="en-US" dirty="0"/>
              <a:t>AI integration (more on this in a later lecture)</a:t>
            </a:r>
          </a:p>
        </p:txBody>
      </p:sp>
    </p:spTree>
    <p:extLst>
      <p:ext uri="{BB962C8B-B14F-4D97-AF65-F5344CB8AC3E}">
        <p14:creationId xmlns:p14="http://schemas.microsoft.com/office/powerpoint/2010/main" val="547330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</TotalTime>
  <Words>444</Words>
  <Application>Microsoft Office PowerPoint</Application>
  <PresentationFormat>Widescreen</PresentationFormat>
  <Paragraphs>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ECON 5010</vt:lpstr>
      <vt:lpstr>Language options</vt:lpstr>
      <vt:lpstr>Language Options – Fortran</vt:lpstr>
      <vt:lpstr>Language Options – Matlab </vt:lpstr>
      <vt:lpstr>Language Options – Python </vt:lpstr>
      <vt:lpstr>Language Options – Julia </vt:lpstr>
      <vt:lpstr>Good coding practices</vt:lpstr>
      <vt:lpstr>IDEs </vt:lpstr>
      <vt:lpstr>How does an IDE work?</vt:lpstr>
      <vt:lpstr>Some stuff that an IDE can do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Garrett</dc:creator>
  <cp:lastModifiedBy>Anstreicher, Garrett</cp:lastModifiedBy>
  <cp:revision>46</cp:revision>
  <dcterms:created xsi:type="dcterms:W3CDTF">2020-03-24T14:06:44Z</dcterms:created>
  <dcterms:modified xsi:type="dcterms:W3CDTF">2026-08-27T13:26:45Z</dcterms:modified>
</cp:coreProperties>
</file>